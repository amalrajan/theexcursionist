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2ED42-4E00-4F29-A737-39618A9F0A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3E7BA5-12DF-4A0A-84C5-C29F26CB3A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E8D66-65F4-4FB5-894A-0FA24B532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6341A-9018-43A8-9F91-FD4EA21C145D}" type="datetimeFigureOut">
              <a:rPr lang="en-US" smtClean="0"/>
              <a:t>15-Oct-17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A7B58-4613-4BF6-A370-0DC6FF048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BF25A3-A479-4D8F-85DD-66274B217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A217A-C820-45C8-A95F-969B09A87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847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8B200-87A7-413E-8E96-A1178E668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C4E6D-B7F7-4038-B8E8-A31E80EED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53A66C-B666-43B7-9923-003CD9AAA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6341A-9018-43A8-9F91-FD4EA21C145D}" type="datetimeFigureOut">
              <a:rPr lang="en-US" smtClean="0"/>
              <a:t>15-Oct-17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00B2A1-9C62-41C2-999D-2DE4D3FE2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34D9D-ACB5-4330-8526-601DD521C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A217A-C820-45C8-A95F-969B09A87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495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0E285-2C27-4049-A0FD-47C05F99B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4E873C-A886-4E32-9585-F0183A70C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959DDA-D560-46E1-A8C9-5CC3CACFA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6341A-9018-43A8-9F91-FD4EA21C145D}" type="datetimeFigureOut">
              <a:rPr lang="en-US" smtClean="0"/>
              <a:t>15-Oct-17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32D36-01B7-4A25-BF92-5E93A6E58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D894C-C089-4DED-86CD-CC6E1C511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A217A-C820-45C8-A95F-969B09A87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476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53E8A-01EF-4724-96BD-77AD0C278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C5AB4-0824-431D-8458-6958E0727A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964766-D82D-46EA-B4AD-FC5046BF1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090BD8-801F-4C60-AC2C-363E98CE1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6341A-9018-43A8-9F91-FD4EA21C145D}" type="datetimeFigureOut">
              <a:rPr lang="en-US" smtClean="0"/>
              <a:t>15-Oct-17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2F0E0F-2DC2-4AAE-AF58-CA3098C18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5FFAB0-D40B-4FC6-BEB3-34E2B71D3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A217A-C820-45C8-A95F-969B09A87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654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57E4D-BE5D-4767-B248-FEA900D10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06B52C-775D-4AB4-9707-58C01C924A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443F2B-16EC-4A19-846F-70F12407B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62DA8C-A968-4FAC-A422-EAC44E9D26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8478CB-9947-4F16-914F-31EDBB2C88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619E2E-26A5-4242-8653-4B2C4589A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6341A-9018-43A8-9F91-FD4EA21C145D}" type="datetimeFigureOut">
              <a:rPr lang="en-US" smtClean="0"/>
              <a:t>15-Oct-17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A957FB-4EBA-4551-BB0F-041ED9F66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6391CF-69AD-49FB-AD02-E9BF04E49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A217A-C820-45C8-A95F-969B09A87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387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CF20A-90B1-45F3-BBB7-4207C659D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467D86-C4B4-4A7B-9DDD-4835631B9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6341A-9018-43A8-9F91-FD4EA21C145D}" type="datetimeFigureOut">
              <a:rPr lang="en-US" smtClean="0"/>
              <a:t>15-Oct-17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8369DD-3D77-4DEF-B7EF-51C58C1C8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9C253-748E-42AC-B465-1DFA668AC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A217A-C820-45C8-A95F-969B09A87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578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5DDCAF-A186-4F7D-AC8E-6ABA5EAA7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6341A-9018-43A8-9F91-FD4EA21C145D}" type="datetimeFigureOut">
              <a:rPr lang="en-US" smtClean="0"/>
              <a:t>15-Oct-17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1A3859-3466-4752-977D-825A99B68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47AED9-C456-451B-8AE3-6D70FE38C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A217A-C820-45C8-A95F-969B09A87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89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31983-92D4-4B95-AC78-F3B8415B0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C7A55-BBCC-4F9E-BC65-D05400782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4923E4-0D3B-4177-8D10-7A1B2F5AF3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FE888C-CCC9-4693-887E-2620C42AB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6341A-9018-43A8-9F91-FD4EA21C145D}" type="datetimeFigureOut">
              <a:rPr lang="en-US" smtClean="0"/>
              <a:t>15-Oct-17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7A2BE3-FA07-4996-9B90-790F6CAC4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B5ADF9-A6B8-4D00-B653-7516A9CC3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A217A-C820-45C8-A95F-969B09A87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948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0C97F-AE2A-4BF2-9E89-D511454CF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B2AD2F-E11B-4E44-A41C-F5A553D75E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604CCF-1E6A-4A4B-B534-5DDF5DB85E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E15E07-066B-4E7F-8371-A560B8D4A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6341A-9018-43A8-9F91-FD4EA21C145D}" type="datetimeFigureOut">
              <a:rPr lang="en-US" smtClean="0"/>
              <a:t>15-Oct-17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CEF05D-42F8-41A6-8501-333FD913C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161684-D752-46AF-9BCA-B11C78AC8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A217A-C820-45C8-A95F-969B09A87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531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92A6C-8C21-4EE1-B29C-805D6C6DA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E53C67-F117-40B4-9FA6-56BB217082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7BFD59-0753-4DA9-AEA3-884AB5E66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6341A-9018-43A8-9F91-FD4EA21C145D}" type="datetimeFigureOut">
              <a:rPr lang="en-US" smtClean="0"/>
              <a:t>15-Oct-17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8A46E-786D-406C-915A-20FA4DFDE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BA220-0A0A-465C-BEF2-9237B2F4C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A217A-C820-45C8-A95F-969B09A87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900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2141AA-D602-4FC5-B6D6-081CAB5D9B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FC61AE-540D-4F46-BC74-3A4E919DF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7B264-CFB1-4E64-9299-0773510C9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6341A-9018-43A8-9F91-FD4EA21C145D}" type="datetimeFigureOut">
              <a:rPr lang="en-US" smtClean="0"/>
              <a:t>15-Oct-17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6EF03-2A97-4200-AB64-0B1FF5F84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8D8FD-E510-4241-817C-5C0073C89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A217A-C820-45C8-A95F-969B09A87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44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CD83EF-4283-41F2-86A3-0167FE946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E02A43-DECD-4699-A3D4-19D170689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B43CA-DF9C-44C8-8199-F1778B8CE7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C6341A-9018-43A8-9F91-FD4EA21C145D}" type="datetimeFigureOut">
              <a:rPr lang="en-US" smtClean="0"/>
              <a:t>15-Oct-17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88E33-7F0C-464D-AC45-800F49B1BF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EED6A-3A34-4E8D-B15A-1CF6E6A0A8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DA217A-C820-45C8-A95F-969B09A87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483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5C1974B-3C5A-4A4D-B2FB-B2439445A0BC}"/>
              </a:ext>
            </a:extLst>
          </p:cNvPr>
          <p:cNvGrpSpPr/>
          <p:nvPr/>
        </p:nvGrpSpPr>
        <p:grpSpPr>
          <a:xfrm>
            <a:off x="0" y="140676"/>
            <a:ext cx="2926080" cy="1369606"/>
            <a:chOff x="9200272" y="393896"/>
            <a:chExt cx="2658794" cy="136960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7553CE0-7835-4FE2-B7B5-56E4FE295226}"/>
                </a:ext>
              </a:extLst>
            </p:cNvPr>
            <p:cNvSpPr txBox="1"/>
            <p:nvPr/>
          </p:nvSpPr>
          <p:spPr>
            <a:xfrm>
              <a:off x="9200272" y="393896"/>
              <a:ext cx="2658794" cy="1369606"/>
            </a:xfrm>
            <a:prstGeom prst="rect">
              <a:avLst/>
            </a:prstGeom>
            <a:solidFill>
              <a:schemeClr val="tx1">
                <a:alpha val="40000"/>
              </a:schemeClr>
            </a:solidFill>
          </p:spPr>
          <p:txBody>
            <a:bodyPr wrap="square" lIns="182880" tIns="182880" rIns="182880" bIns="182880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Dry Deciduous Forests</a:t>
              </a:r>
            </a:p>
            <a:p>
              <a:endParaRPr lang="en-US" dirty="0">
                <a:solidFill>
                  <a:schemeClr val="bg2">
                    <a:lumMod val="90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  <a:p>
              <a:pPr algn="just"/>
              <a:r>
                <a:rPr lang="en-US" sz="900" dirty="0">
                  <a:solidFill>
                    <a:schemeClr val="bg2"/>
                  </a:solidFill>
                  <a:latin typeface="Quicksand" panose="00000500000000000000" pitchFamily="2" charset="0"/>
                  <a:cs typeface="Segoe UI" panose="020B0502040204020203" pitchFamily="34" charset="0"/>
                </a:rPr>
                <a:t>The composition of the wildlife of Madagascar reflects the fact that the island has been isolated for about 88 million years.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2439AE4-A09D-4A6B-8F97-70D5B01E0EE0}"/>
                </a:ext>
              </a:extLst>
            </p:cNvPr>
            <p:cNvSpPr/>
            <p:nvPr/>
          </p:nvSpPr>
          <p:spPr>
            <a:xfrm>
              <a:off x="9200272" y="393896"/>
              <a:ext cx="2658794" cy="8616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CEA84DE-BDB0-43CA-BE33-978B2B97E42C}"/>
                </a:ext>
              </a:extLst>
            </p:cNvPr>
            <p:cNvCxnSpPr/>
            <p:nvPr/>
          </p:nvCxnSpPr>
          <p:spPr>
            <a:xfrm>
              <a:off x="9379153" y="979639"/>
              <a:ext cx="1617785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78253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5C1974B-3C5A-4A4D-B2FB-B2439445A0BC}"/>
              </a:ext>
            </a:extLst>
          </p:cNvPr>
          <p:cNvGrpSpPr/>
          <p:nvPr/>
        </p:nvGrpSpPr>
        <p:grpSpPr>
          <a:xfrm>
            <a:off x="9265918" y="182880"/>
            <a:ext cx="2926082" cy="1491176"/>
            <a:chOff x="9200271" y="393896"/>
            <a:chExt cx="2658795" cy="164660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7553CE0-7835-4FE2-B7B5-56E4FE295226}"/>
                </a:ext>
              </a:extLst>
            </p:cNvPr>
            <p:cNvSpPr txBox="1"/>
            <p:nvPr/>
          </p:nvSpPr>
          <p:spPr>
            <a:xfrm>
              <a:off x="9200272" y="393896"/>
              <a:ext cx="2658794" cy="1646605"/>
            </a:xfrm>
            <a:prstGeom prst="rect">
              <a:avLst/>
            </a:prstGeom>
            <a:solidFill>
              <a:schemeClr val="tx1">
                <a:alpha val="40000"/>
              </a:schemeClr>
            </a:solidFill>
          </p:spPr>
          <p:txBody>
            <a:bodyPr wrap="square" lIns="182880" tIns="182880" rIns="182880" bIns="182880" rtlCol="0">
              <a:spAutoFit/>
            </a:bodyPr>
            <a:lstStyle/>
            <a:p>
              <a:r>
                <a:rPr lang="en-US" sz="2000" dirty="0" err="1">
                  <a:solidFill>
                    <a:schemeClr val="bg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Kirindy</a:t>
              </a:r>
              <a:r>
                <a:rPr lang="en-US" sz="2000" dirty="0">
                  <a:solidFill>
                    <a:schemeClr val="bg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 National Park</a:t>
              </a:r>
            </a:p>
            <a:p>
              <a:endParaRPr lang="en-US" dirty="0">
                <a:solidFill>
                  <a:schemeClr val="bg2">
                    <a:lumMod val="90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  <a:p>
              <a:pPr algn="just"/>
              <a:r>
                <a:rPr lang="en-US" sz="900" dirty="0">
                  <a:solidFill>
                    <a:schemeClr val="bg2"/>
                  </a:solidFill>
                  <a:latin typeface="Quicksand" panose="00000500000000000000" pitchFamily="2" charset="0"/>
                  <a:cs typeface="Segoe UI" panose="020B0502040204020203" pitchFamily="34" charset="0"/>
                </a:rPr>
                <a:t>The Avenue or Alley of the Baobabs is a prominent group of baobab trees lining the dirt road between </a:t>
              </a:r>
              <a:r>
                <a:rPr lang="en-US" sz="900" dirty="0" err="1">
                  <a:solidFill>
                    <a:schemeClr val="bg2"/>
                  </a:solidFill>
                  <a:latin typeface="Quicksand" panose="00000500000000000000" pitchFamily="2" charset="0"/>
                  <a:cs typeface="Segoe UI" panose="020B0502040204020203" pitchFamily="34" charset="0"/>
                </a:rPr>
                <a:t>Morondava</a:t>
              </a:r>
              <a:r>
                <a:rPr lang="en-US" sz="900" dirty="0">
                  <a:solidFill>
                    <a:schemeClr val="bg2"/>
                  </a:solidFill>
                  <a:latin typeface="Quicksand" panose="00000500000000000000" pitchFamily="2" charset="0"/>
                  <a:cs typeface="Segoe UI" panose="020B0502040204020203" pitchFamily="34" charset="0"/>
                </a:rPr>
                <a:t> and </a:t>
              </a:r>
              <a:r>
                <a:rPr lang="en-US" sz="900" dirty="0" err="1">
                  <a:solidFill>
                    <a:schemeClr val="bg2"/>
                  </a:solidFill>
                  <a:latin typeface="Quicksand" panose="00000500000000000000" pitchFamily="2" charset="0"/>
                  <a:cs typeface="Segoe UI" panose="020B0502040204020203" pitchFamily="34" charset="0"/>
                </a:rPr>
                <a:t>Belon'i</a:t>
              </a:r>
              <a:r>
                <a:rPr lang="en-US" sz="900" dirty="0">
                  <a:solidFill>
                    <a:schemeClr val="bg2"/>
                  </a:solidFill>
                  <a:latin typeface="Quicksand" panose="00000500000000000000" pitchFamily="2" charset="0"/>
                  <a:cs typeface="Segoe UI" panose="020B0502040204020203" pitchFamily="34" charset="0"/>
                </a:rPr>
                <a:t> </a:t>
              </a:r>
              <a:r>
                <a:rPr lang="en-US" sz="900" dirty="0" err="1">
                  <a:solidFill>
                    <a:schemeClr val="bg2"/>
                  </a:solidFill>
                  <a:latin typeface="Quicksand" panose="00000500000000000000" pitchFamily="2" charset="0"/>
                  <a:cs typeface="Segoe UI" panose="020B0502040204020203" pitchFamily="34" charset="0"/>
                </a:rPr>
                <a:t>Tsiribihina</a:t>
              </a:r>
              <a:r>
                <a:rPr lang="en-US" sz="900" dirty="0">
                  <a:solidFill>
                    <a:schemeClr val="bg2"/>
                  </a:solidFill>
                  <a:latin typeface="Quicksand" panose="00000500000000000000" pitchFamily="2" charset="0"/>
                  <a:cs typeface="Segoe UI" panose="020B0502040204020203" pitchFamily="34" charset="0"/>
                </a:rPr>
                <a:t> in the </a:t>
              </a:r>
              <a:r>
                <a:rPr lang="en-US" sz="900" dirty="0" err="1">
                  <a:solidFill>
                    <a:schemeClr val="bg2"/>
                  </a:solidFill>
                  <a:latin typeface="Quicksand" panose="00000500000000000000" pitchFamily="2" charset="0"/>
                  <a:cs typeface="Segoe UI" panose="020B0502040204020203" pitchFamily="34" charset="0"/>
                </a:rPr>
                <a:t>Menabe</a:t>
              </a:r>
              <a:r>
                <a:rPr lang="en-US" sz="900" dirty="0">
                  <a:solidFill>
                    <a:schemeClr val="bg2"/>
                  </a:solidFill>
                  <a:latin typeface="Quicksand" panose="00000500000000000000" pitchFamily="2" charset="0"/>
                  <a:cs typeface="Segoe UI" panose="020B0502040204020203" pitchFamily="34" charset="0"/>
                </a:rPr>
                <a:t> region in western Madagascar.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2439AE4-A09D-4A6B-8F97-70D5B01E0EE0}"/>
                </a:ext>
              </a:extLst>
            </p:cNvPr>
            <p:cNvSpPr/>
            <p:nvPr/>
          </p:nvSpPr>
          <p:spPr>
            <a:xfrm>
              <a:off x="9200271" y="393896"/>
              <a:ext cx="2658794" cy="8616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CEA84DE-BDB0-43CA-BE33-978B2B97E42C}"/>
                </a:ext>
              </a:extLst>
            </p:cNvPr>
            <p:cNvCxnSpPr/>
            <p:nvPr/>
          </p:nvCxnSpPr>
          <p:spPr>
            <a:xfrm>
              <a:off x="9399924" y="1062408"/>
              <a:ext cx="1617785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12955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5C1974B-3C5A-4A4D-B2FB-B2439445A0BC}"/>
              </a:ext>
            </a:extLst>
          </p:cNvPr>
          <p:cNvGrpSpPr/>
          <p:nvPr/>
        </p:nvGrpSpPr>
        <p:grpSpPr>
          <a:xfrm>
            <a:off x="9265918" y="168812"/>
            <a:ext cx="2926082" cy="1508105"/>
            <a:chOff x="9200271" y="393896"/>
            <a:chExt cx="2658795" cy="166529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7553CE0-7835-4FE2-B7B5-56E4FE295226}"/>
                </a:ext>
              </a:extLst>
            </p:cNvPr>
            <p:cNvSpPr txBox="1"/>
            <p:nvPr/>
          </p:nvSpPr>
          <p:spPr>
            <a:xfrm>
              <a:off x="9200272" y="393896"/>
              <a:ext cx="2658794" cy="1665298"/>
            </a:xfrm>
            <a:prstGeom prst="rect">
              <a:avLst/>
            </a:prstGeom>
            <a:solidFill>
              <a:schemeClr val="tx1">
                <a:alpha val="40000"/>
              </a:schemeClr>
            </a:solidFill>
          </p:spPr>
          <p:txBody>
            <a:bodyPr wrap="square" lIns="182880" tIns="182880" rIns="182880" bIns="182880" rtlCol="0">
              <a:spAutoFit/>
            </a:bodyPr>
            <a:lstStyle/>
            <a:p>
              <a:r>
                <a:rPr lang="en-US" sz="2000" dirty="0" err="1">
                  <a:solidFill>
                    <a:schemeClr val="bg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Andilana</a:t>
              </a:r>
              <a:r>
                <a:rPr lang="en-US" sz="2000" dirty="0">
                  <a:solidFill>
                    <a:schemeClr val="bg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 Beach Resort</a:t>
              </a:r>
            </a:p>
            <a:p>
              <a:endParaRPr lang="en-US" dirty="0">
                <a:solidFill>
                  <a:schemeClr val="bg2">
                    <a:lumMod val="90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  <a:p>
              <a:pPr algn="just"/>
              <a:r>
                <a:rPr lang="en-US" sz="900" dirty="0" err="1">
                  <a:solidFill>
                    <a:schemeClr val="bg2"/>
                  </a:solidFill>
                  <a:latin typeface="Quicksand" panose="00000500000000000000" pitchFamily="2" charset="0"/>
                  <a:cs typeface="Segoe UI" panose="020B0502040204020203" pitchFamily="34" charset="0"/>
                </a:rPr>
                <a:t>Andilana</a:t>
              </a:r>
              <a:r>
                <a:rPr lang="en-US" sz="900" dirty="0">
                  <a:solidFill>
                    <a:schemeClr val="bg2"/>
                  </a:solidFill>
                  <a:latin typeface="Quicksand" panose="00000500000000000000" pitchFamily="2" charset="0"/>
                  <a:cs typeface="Segoe UI" panose="020B0502040204020203" pitchFamily="34" charset="0"/>
                </a:rPr>
                <a:t> Beach Resort, nestled in the beautiful island of Nosy Be, is a luxury hotel in Madagascar, a dreamy destination ideal for demanding </a:t>
              </a:r>
              <a:r>
                <a:rPr lang="en-US" sz="900" dirty="0" err="1">
                  <a:solidFill>
                    <a:schemeClr val="bg2"/>
                  </a:solidFill>
                  <a:latin typeface="Quicksand" panose="00000500000000000000" pitchFamily="2" charset="0"/>
                  <a:cs typeface="Segoe UI" panose="020B0502040204020203" pitchFamily="34" charset="0"/>
                </a:rPr>
                <a:t>travellers</a:t>
              </a:r>
              <a:r>
                <a:rPr lang="en-US" sz="900" dirty="0">
                  <a:solidFill>
                    <a:schemeClr val="bg2"/>
                  </a:solidFill>
                  <a:latin typeface="Quicksand" panose="00000500000000000000" pitchFamily="2" charset="0"/>
                  <a:cs typeface="Segoe UI" panose="020B0502040204020203" pitchFamily="34" charset="0"/>
                </a:rPr>
                <a:t>.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2439AE4-A09D-4A6B-8F97-70D5B01E0EE0}"/>
                </a:ext>
              </a:extLst>
            </p:cNvPr>
            <p:cNvSpPr/>
            <p:nvPr/>
          </p:nvSpPr>
          <p:spPr>
            <a:xfrm>
              <a:off x="9200271" y="393896"/>
              <a:ext cx="2658794" cy="8616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CEA84DE-BDB0-43CA-BE33-978B2B97E42C}"/>
                </a:ext>
              </a:extLst>
            </p:cNvPr>
            <p:cNvCxnSpPr/>
            <p:nvPr/>
          </p:nvCxnSpPr>
          <p:spPr>
            <a:xfrm>
              <a:off x="9399924" y="1062408"/>
              <a:ext cx="1617785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67316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5C1974B-3C5A-4A4D-B2FB-B2439445A0BC}"/>
              </a:ext>
            </a:extLst>
          </p:cNvPr>
          <p:cNvGrpSpPr/>
          <p:nvPr/>
        </p:nvGrpSpPr>
        <p:grpSpPr>
          <a:xfrm>
            <a:off x="0" y="182880"/>
            <a:ext cx="2926082" cy="1508105"/>
            <a:chOff x="9200271" y="393896"/>
            <a:chExt cx="2658795" cy="166529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7553CE0-7835-4FE2-B7B5-56E4FE295226}"/>
                </a:ext>
              </a:extLst>
            </p:cNvPr>
            <p:cNvSpPr txBox="1"/>
            <p:nvPr/>
          </p:nvSpPr>
          <p:spPr>
            <a:xfrm>
              <a:off x="9200272" y="393896"/>
              <a:ext cx="2658794" cy="1665298"/>
            </a:xfrm>
            <a:prstGeom prst="rect">
              <a:avLst/>
            </a:prstGeom>
            <a:solidFill>
              <a:schemeClr val="tx1">
                <a:alpha val="40000"/>
              </a:schemeClr>
            </a:solidFill>
          </p:spPr>
          <p:txBody>
            <a:bodyPr wrap="square" lIns="182880" tIns="182880" rIns="182880" bIns="182880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Giraffe Weevil</a:t>
              </a:r>
            </a:p>
            <a:p>
              <a:endParaRPr lang="en-US" dirty="0">
                <a:solidFill>
                  <a:schemeClr val="bg2">
                    <a:lumMod val="90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  <a:p>
              <a:pPr algn="just"/>
              <a:r>
                <a:rPr lang="en-US" sz="900" dirty="0">
                  <a:solidFill>
                    <a:schemeClr val="bg2"/>
                  </a:solidFill>
                  <a:latin typeface="Quicksand" panose="00000500000000000000" pitchFamily="2" charset="0"/>
                  <a:cs typeface="Segoe UI" panose="020B0502040204020203" pitchFamily="34" charset="0"/>
                </a:rPr>
                <a:t>The giraffe weevil is a weevil endemic to Madagascar. It derives its name from an extended neck much like that of the common giraffe.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2439AE4-A09D-4A6B-8F97-70D5B01E0EE0}"/>
                </a:ext>
              </a:extLst>
            </p:cNvPr>
            <p:cNvSpPr/>
            <p:nvPr/>
          </p:nvSpPr>
          <p:spPr>
            <a:xfrm>
              <a:off x="9200271" y="393896"/>
              <a:ext cx="2658794" cy="8616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CEA84DE-BDB0-43CA-BE33-978B2B97E42C}"/>
                </a:ext>
              </a:extLst>
            </p:cNvPr>
            <p:cNvCxnSpPr>
              <a:cxnSpLocks/>
            </p:cNvCxnSpPr>
            <p:nvPr/>
          </p:nvCxnSpPr>
          <p:spPr>
            <a:xfrm>
              <a:off x="9399924" y="1062408"/>
              <a:ext cx="105304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74015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118</Words>
  <Application>Microsoft Office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Calibri Light</vt:lpstr>
      <vt:lpstr>Quicksand</vt:lpstr>
      <vt:lpstr>Segoe UI</vt:lpstr>
      <vt:lpstr>Segoe UI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Amal Rajan</dc:creator>
  <cp:lastModifiedBy>Amal Rajan</cp:lastModifiedBy>
  <cp:revision>4</cp:revision>
  <dcterms:created xsi:type="dcterms:W3CDTF">2017-10-15T07:01:59Z</dcterms:created>
  <dcterms:modified xsi:type="dcterms:W3CDTF">2017-10-15T09:44:13Z</dcterms:modified>
</cp:coreProperties>
</file>